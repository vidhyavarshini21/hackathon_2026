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7" r:id="rId7"/>
    <p:sldId id="268" r:id="rId8"/>
    <p:sldId id="269" r:id="rId9"/>
    <p:sldId id="270" r:id="rId10"/>
    <p:sldId id="271" r:id="rId11"/>
  </p:sldIdLst>
  <p:sldSz cx="18288000" cy="10287000"/>
  <p:notesSz cx="6858000" cy="9144000"/>
  <p:embeddedFontLst>
    <p:embeddedFont>
      <p:font typeface="Wingdings 3" panose="05040102010807070707" pitchFamily="18" charset="2"/>
      <p:regular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  <p:embeddedFont>
      <p:font typeface="Latha" panose="020B0604020202020204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516F10-8DA5-44C9-8D44-087BEDCC540E}">
          <p14:sldIdLst>
            <p14:sldId id="256"/>
          </p14:sldIdLst>
        </p14:section>
        <p14:section name="Untitled Section" id="{D14AAB4A-3301-4498-B1B6-99EB14C5EAF6}">
          <p14:sldIdLst>
            <p14:sldId id="258"/>
            <p14:sldId id="259"/>
          </p14:sldIdLst>
        </p14:section>
        <p14:section name="Untitled Section" id="{E996ADB6-D044-4C80-8AF2-E2B1FD700EC7}">
          <p14:sldIdLst>
            <p14:sldId id="260"/>
            <p14:sldId id="261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5FOehkzHXv6B91td8cKoOoFdk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5367" autoAdjust="0"/>
  </p:normalViewPr>
  <p:slideViewPr>
    <p:cSldViewPr snapToGrid="0">
      <p:cViewPr>
        <p:scale>
          <a:sx n="50" d="100"/>
          <a:sy n="50" d="100"/>
        </p:scale>
        <p:origin x="840" y="350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974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012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218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79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665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644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081731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44704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1545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76018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536110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40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276316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165929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328056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39571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43357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76550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74390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0754419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634659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437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5404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jp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0" Type="http://schemas.openxmlformats.org/officeDocument/2006/relationships/image" Target="../media/image17.jpg"/><Relationship Id="rId4" Type="http://schemas.openxmlformats.org/officeDocument/2006/relationships/image" Target="../media/image11.jp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/>
        </p:nvSpPr>
        <p:spPr>
          <a:xfrm>
            <a:off x="4378774" y="3289527"/>
            <a:ext cx="94782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 </a:t>
            </a:r>
            <a:r>
              <a:rPr lang="en" sz="36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6IXMINDSLABS</a:t>
            </a:r>
            <a:endParaRPr lang="en"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70216" y="4372791"/>
            <a:ext cx="15512524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Clr>
                <a:schemeClr val="dk1"/>
              </a:buClr>
              <a:buSzPts val="4000"/>
            </a:pPr>
            <a:r>
              <a:rPr lang="en" sz="3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Name </a:t>
            </a:r>
            <a:r>
              <a:rPr lang="en" sz="3600" b="1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b="1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ForestGuard </a:t>
            </a:r>
            <a:r>
              <a:rPr lang="en-US" sz="3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– Deforestation &amp; Poaching Risk Detection System</a:t>
            </a:r>
            <a:endParaRPr lang="en" sz="3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252761" y="897380"/>
            <a:ext cx="4983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Problem Statement:</a:t>
            </a:r>
            <a:endParaRPr sz="4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141" name="Picture 140" descr="Clipboard Partially Crossed with solid fill">
            <a:extLst>
              <a:ext uri="{FF2B5EF4-FFF2-40B4-BE49-F238E27FC236}">
                <a16:creationId xmlns:a16="http://schemas.microsoft.com/office/drawing/2014/main" id="{991889BA-CB45-ED24-0CE7-47FDCDB7A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701582" y="3869375"/>
            <a:ext cx="449652" cy="449652"/>
          </a:xfrm>
          <a:prstGeom prst="rect">
            <a:avLst/>
          </a:prstGeom>
        </p:spPr>
      </p:pic>
      <p:pic>
        <p:nvPicPr>
          <p:cNvPr id="145" name="Picture 144" descr="Question Mark with solid fill">
            <a:extLst>
              <a:ext uri="{FF2B5EF4-FFF2-40B4-BE49-F238E27FC236}">
                <a16:creationId xmlns:a16="http://schemas.microsoft.com/office/drawing/2014/main" id="{C4B1844E-8308-9E82-15B1-0480CDCBA6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48944" y="8314040"/>
            <a:ext cx="523220" cy="523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61A1D-4CC6-9A12-1552-ECC6E8A60F35}"/>
              </a:ext>
            </a:extLst>
          </p:cNvPr>
          <p:cNvSpPr txBox="1"/>
          <p:nvPr/>
        </p:nvSpPr>
        <p:spPr>
          <a:xfrm>
            <a:off x="1249810" y="2478066"/>
            <a:ext cx="133414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Forest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ecosystems are rapidly declining due to deforestation and wildlife poaching, leading to severe biodiversity loss and ecological imbalance.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monitoring methods rely on manual surveys and delayed satellite analysis, which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cover limited areas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require high cost and manpower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fail to provide real-time alerts</a:t>
            </a:r>
          </a:p>
          <a:p>
            <a:pPr algn="just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an automated, scalable, and affordable monitoring system prevents authorities from taking timely action.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1B50EA37-4945-FB62-CE56-364420F4F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62869" y="4889263"/>
            <a:ext cx="2054087" cy="205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a-IN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44EE2C3E-A517-E24E-D74D-118DA7C66164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5267739" y="6491745"/>
            <a:ext cx="4167809" cy="416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a-IN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218ABD08-7B79-B4FC-7DDC-404FA031EB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3061" y="5324064"/>
            <a:ext cx="4492487" cy="44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a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677025" y="979830"/>
            <a:ext cx="458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solution: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716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301" y="2973280"/>
            <a:ext cx="26662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Forest Watch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6" r="11250"/>
          <a:stretch/>
        </p:blipFill>
        <p:spPr>
          <a:xfrm>
            <a:off x="1489166" y="3650417"/>
            <a:ext cx="3776659" cy="28407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89166" y="6721995"/>
            <a:ext cx="3573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Global scale monitoring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7257" y="3004058"/>
            <a:ext cx="3758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Forest Loss Mapping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257" y="3757839"/>
            <a:ext cx="4362993" cy="27974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38696" y="6721995"/>
            <a:ext cx="4160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Hansen Global Forest Change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4658" y="49588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919739" y="3004058"/>
            <a:ext cx="3134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Camera Trap Monitoring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989" y="3782505"/>
            <a:ext cx="4598126" cy="260560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1011989" y="6721995"/>
            <a:ext cx="5513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Automated wildlife detection using AI camera traps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905F24-9CF7-96D8-8901-677F9219F32F}"/>
              </a:ext>
            </a:extLst>
          </p:cNvPr>
          <p:cNvSpPr txBox="1"/>
          <p:nvPr/>
        </p:nvSpPr>
        <p:spPr>
          <a:xfrm>
            <a:off x="1545240" y="7628710"/>
            <a:ext cx="5061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</a:p>
        </p:txBody>
      </p:sp>
      <p:sp>
        <p:nvSpPr>
          <p:cNvPr id="10" name="Google Shape;93;p3"/>
          <p:cNvSpPr txBox="1"/>
          <p:nvPr/>
        </p:nvSpPr>
        <p:spPr>
          <a:xfrm>
            <a:off x="677025" y="977296"/>
            <a:ext cx="531882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solution: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7025" y="2112210"/>
            <a:ext cx="3632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Deforestation Detection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2" r="394" b="50965"/>
          <a:stretch/>
        </p:blipFill>
        <p:spPr>
          <a:xfrm>
            <a:off x="7095281" y="2689437"/>
            <a:ext cx="7406801" cy="31519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75738" y="2112210"/>
            <a:ext cx="4522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Loss Map with Affected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025" y="5853885"/>
            <a:ext cx="3191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Poaching Risk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9280" y="9405519"/>
            <a:ext cx="44906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Human presence detected inside protected zones for poaching alerts.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180" y="6313566"/>
            <a:ext cx="3237403" cy="2916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6" y="2774875"/>
            <a:ext cx="5029988" cy="2281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8418" y="5303742"/>
            <a:ext cx="64668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Multi-temporal satellite imagery showing deforestation.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949" y="6724662"/>
            <a:ext cx="7697464" cy="31869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42545" y="5951679"/>
            <a:ext cx="29209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Monitoring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93;p3"/>
          <p:cNvSpPr txBox="1"/>
          <p:nvPr/>
        </p:nvSpPr>
        <p:spPr>
          <a:xfrm>
            <a:off x="690088" y="1136584"/>
            <a:ext cx="458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291" y="4750011"/>
            <a:ext cx="887926" cy="981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92" y="3236580"/>
            <a:ext cx="1655452" cy="16554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3"/>
          <a:stretch/>
        </p:blipFill>
        <p:spPr>
          <a:xfrm>
            <a:off x="9771887" y="2342832"/>
            <a:ext cx="2584406" cy="7960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85073" y="2586711"/>
            <a:ext cx="14029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24" y="2242455"/>
            <a:ext cx="1223553" cy="122355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85073" y="3759657"/>
            <a:ext cx="3680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Sentinel-2 / Landsat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1285073" y="5137305"/>
            <a:ext cx="30396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Rasterio / GDAL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8615999" y="2586711"/>
            <a:ext cx="1721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8615999" y="3759657"/>
            <a:ext cx="15958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sz="28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975" y="3502439"/>
            <a:ext cx="1504730" cy="15047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615999" y="5627370"/>
            <a:ext cx="16017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YOLOv8</a:t>
            </a:r>
            <a:endParaRPr lang="en-US" sz="28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974" y="5327613"/>
            <a:ext cx="1313041" cy="131304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615999" y="7248937"/>
            <a:ext cx="3259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&amp; Pandas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8615999" y="8405657"/>
            <a:ext cx="52597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Camera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trap wildlife datasets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285073" y="6189161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5073" y="6908581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4639" y="7637635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45635" y="8544378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612" y="6407448"/>
            <a:ext cx="1040551" cy="104055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046" y="7658279"/>
            <a:ext cx="919978" cy="91997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88" y="8504334"/>
            <a:ext cx="1153358" cy="1324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93;p3"/>
          <p:cNvSpPr txBox="1"/>
          <p:nvPr/>
        </p:nvSpPr>
        <p:spPr>
          <a:xfrm>
            <a:off x="674848" y="536462"/>
            <a:ext cx="458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6" b="12698"/>
          <a:stretch/>
        </p:blipFill>
        <p:spPr>
          <a:xfrm>
            <a:off x="934654" y="2164465"/>
            <a:ext cx="5593468" cy="67848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5400000">
            <a:off x="5185457" y="1574158"/>
            <a:ext cx="1145896" cy="2326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rot="5400000">
            <a:off x="4812655" y="2147107"/>
            <a:ext cx="163976" cy="2326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6" b="12698"/>
          <a:stretch/>
        </p:blipFill>
        <p:spPr>
          <a:xfrm>
            <a:off x="534966" y="1435061"/>
            <a:ext cx="7111185" cy="86258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 rot="5400000">
            <a:off x="5955174" y="714793"/>
            <a:ext cx="1145896" cy="279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5400000">
            <a:off x="5322588" y="1604599"/>
            <a:ext cx="163976" cy="2326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260757" y="1906889"/>
            <a:ext cx="3329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Input Data Sources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60756" y="3740559"/>
            <a:ext cx="28902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0756" y="5497682"/>
            <a:ext cx="32545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Deep Learning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0757" y="7172438"/>
            <a:ext cx="34278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Deforestation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74087" y="3740559"/>
            <a:ext cx="2874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Poaching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0980" y="2647632"/>
            <a:ext cx="29275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Satellite </a:t>
            </a:r>
            <a:r>
              <a:rPr lang="en-US" altLang="en-US" sz="2000" dirty="0" smtClean="0">
                <a:latin typeface="Arial" panose="020B0604020202020204" pitchFamily="34" charset="0"/>
              </a:rPr>
              <a:t>Images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Camera Trap </a:t>
            </a:r>
            <a:r>
              <a:rPr lang="en-US" altLang="en-US" sz="2000" dirty="0" smtClean="0">
                <a:latin typeface="Arial" panose="020B0604020202020204" pitchFamily="34" charset="0"/>
              </a:rPr>
              <a:t>Images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730980" y="4376564"/>
            <a:ext cx="42687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Image resizing and normalization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Noise removal and enhancement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0979" y="6161989"/>
            <a:ext cx="46427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Forest cover segmentation model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Wildlife species classification 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32266" y="7624248"/>
            <a:ext cx="4346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Multi-temporal change analysis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Forest loss area estimation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166085" y="4376563"/>
            <a:ext cx="47846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Human presence in protected zones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Suspicious activity recognition</a:t>
            </a:r>
          </a:p>
        </p:txBody>
      </p:sp>
    </p:spTree>
    <p:extLst>
      <p:ext uri="{BB962C8B-B14F-4D97-AF65-F5344CB8AC3E}">
        <p14:creationId xmlns:p14="http://schemas.microsoft.com/office/powerpoint/2010/main" val="2798487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93;p3"/>
          <p:cNvSpPr txBox="1"/>
          <p:nvPr/>
        </p:nvSpPr>
        <p:spPr>
          <a:xfrm>
            <a:off x="690088" y="1136584"/>
            <a:ext cx="458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 diagram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8" b="42010"/>
          <a:stretch/>
        </p:blipFill>
        <p:spPr>
          <a:xfrm>
            <a:off x="1106778" y="4016416"/>
            <a:ext cx="13465750" cy="238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7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93;p3"/>
          <p:cNvSpPr txBox="1"/>
          <p:nvPr/>
        </p:nvSpPr>
        <p:spPr>
          <a:xfrm>
            <a:off x="690088" y="916665"/>
            <a:ext cx="458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Methodologies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5"/>
          <a:stretch/>
        </p:blipFill>
        <p:spPr>
          <a:xfrm>
            <a:off x="1134319" y="2025570"/>
            <a:ext cx="12947442" cy="72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0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93;p3"/>
          <p:cNvSpPr txBox="1"/>
          <p:nvPr/>
        </p:nvSpPr>
        <p:spPr>
          <a:xfrm>
            <a:off x="690088" y="916665"/>
            <a:ext cx="458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4670" y="2667047"/>
            <a:ext cx="37607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Acquisition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4670" y="3653729"/>
            <a:ext cx="4237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4670" y="4640411"/>
            <a:ext cx="3397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AI Processing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670" y="5627093"/>
            <a:ext cx="4817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Deforestation Detection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4670" y="6613775"/>
            <a:ext cx="4216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Poaching Detection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96540" y="3838395"/>
            <a:ext cx="4131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Alert &amp; Notification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540" y="5009743"/>
            <a:ext cx="52189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Visualization &amp; Dashboard Module</a:t>
            </a:r>
          </a:p>
        </p:txBody>
      </p:sp>
    </p:spTree>
    <p:extLst>
      <p:ext uri="{BB962C8B-B14F-4D97-AF65-F5344CB8AC3E}">
        <p14:creationId xmlns:p14="http://schemas.microsoft.com/office/powerpoint/2010/main" val="114650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6840" y="1630680"/>
            <a:ext cx="537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roles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7920" y="2895600"/>
            <a:ext cx="11536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Nithishkumar, Pradeepa   –  AI/ML &amp; System integration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Shankar							 – Frontend &amp; Dashboard designer</a:t>
            </a: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Sathish, Eniyan 				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– Backend Developer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69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1261</TotalTime>
  <Words>259</Words>
  <Application>Microsoft Office PowerPoint</Application>
  <PresentationFormat>Custom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Wingdings 3</vt:lpstr>
      <vt:lpstr>Trebuchet MS</vt:lpstr>
      <vt:lpstr>Latha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Heyram EEE</dc:creator>
  <cp:lastModifiedBy>welcome acer</cp:lastModifiedBy>
  <cp:revision>57</cp:revision>
  <dcterms:modified xsi:type="dcterms:W3CDTF">2026-02-27T01:02:26Z</dcterms:modified>
</cp:coreProperties>
</file>